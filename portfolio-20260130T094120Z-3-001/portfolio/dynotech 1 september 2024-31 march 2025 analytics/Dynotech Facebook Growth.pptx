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3" r:id="rId4"/>
  </p:sldMasterIdLst>
  <p:sldIdLst>
    <p:sldId id="256" r:id="rId5"/>
    <p:sldId id="257" r:id="rId6"/>
    <p:sldId id="259" r:id="rId7"/>
    <p:sldId id="258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AF6771-A802-4A15-B0ED-EFEA99DA23F4}" v="6" dt="2025-04-07T12:09:34.0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1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558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666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7391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005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4/7/2025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577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4/7/2025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893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4/7/2025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086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635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048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446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2196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7239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696" r:id="rId6"/>
    <p:sldLayoutId id="2147483707" r:id="rId7"/>
    <p:sldLayoutId id="2147483706" r:id="rId8"/>
    <p:sldLayoutId id="2147483705" r:id="rId9"/>
    <p:sldLayoutId id="2147483704" r:id="rId10"/>
    <p:sldLayoutId id="214748369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A0DEAB-8151-791A-4BC2-3D28A8F169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37528" y="1032764"/>
            <a:ext cx="4308672" cy="3224045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500" dirty="0"/>
              <a:t>Dynotech Facebook Growth: Insights &amp; Impact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7C696C-B06D-7ADF-7F31-7EC7DC6745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87" r="34287"/>
          <a:stretch/>
        </p:blipFill>
        <p:spPr>
          <a:xfrm>
            <a:off x="20" y="10"/>
            <a:ext cx="6931132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CA391F1-4B2C-521B-F6A5-52C74B303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75848" y="47115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C418B673-BAF2-CC24-10DF-A26A2D705C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4710" y="4852711"/>
            <a:ext cx="1864157" cy="1864157"/>
          </a:xfrm>
          <a:prstGeom prst="ellipse">
            <a:avLst/>
          </a:prstGeom>
          <a:ln w="6350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777541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CFE69-4322-EE5C-88ED-DE7F90353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Views </a:t>
            </a:r>
          </a:p>
        </p:txBody>
      </p:sp>
      <p:pic>
        <p:nvPicPr>
          <p:cNvPr id="6" name="Picture Placeholder 5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0D64E688-1B49-9B34-B754-47CB55AC05F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7" r="1987"/>
          <a:stretch>
            <a:fillRect/>
          </a:stretch>
        </p:blipFill>
        <p:spPr/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E7F9C7-0B75-B27F-04AE-45B98A84BE1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2000" dirty="0"/>
              <a:t>We have been working with Dynotech from October 1, 2024, to March 1, 2025, and successfully gained 238,200 views.</a:t>
            </a:r>
          </a:p>
          <a:p>
            <a:r>
              <a:rPr lang="en-US" sz="2000" dirty="0"/>
              <a:t>The views are calculated based on the people who saw the content posted, whether they saw it through organic reach, reposts and shares, or from paid advertisements within those 6 months .</a:t>
            </a:r>
          </a:p>
        </p:txBody>
      </p:sp>
    </p:spTree>
    <p:extLst>
      <p:ext uri="{BB962C8B-B14F-4D97-AF65-F5344CB8AC3E}">
        <p14:creationId xmlns:p14="http://schemas.microsoft.com/office/powerpoint/2010/main" val="709757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CCF04-62A6-0D9D-73FB-AB4CFD793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Visits </a:t>
            </a:r>
          </a:p>
        </p:txBody>
      </p:sp>
      <p:pic>
        <p:nvPicPr>
          <p:cNvPr id="6" name="Picture Placeholder 5" descr="A graph of a graph&#10;&#10;AI-generated content may be incorrect.">
            <a:extLst>
              <a:ext uri="{FF2B5EF4-FFF2-40B4-BE49-F238E27FC236}">
                <a16:creationId xmlns:a16="http://schemas.microsoft.com/office/drawing/2014/main" id="{9756E36A-CD75-B89B-F929-71752FF8EB1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7" r="1987"/>
          <a:stretch>
            <a:fillRect/>
          </a:stretch>
        </p:blipFill>
        <p:spPr/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F756E5-1CCD-5B22-8E2C-35B59880453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From all content views, Dynotech received 8200 page visits directly from posts.</a:t>
            </a:r>
          </a:p>
          <a:p>
            <a:r>
              <a:rPr lang="en-US" dirty="0"/>
              <a:t>This excludes individuals who clicked Dynotech's website links directly from the post </a:t>
            </a:r>
          </a:p>
          <a:p>
            <a:r>
              <a:rPr lang="en-US" dirty="0"/>
              <a:t>This excludes individuals who clicked a content or call button before visiting the page.</a:t>
            </a:r>
          </a:p>
        </p:txBody>
      </p:sp>
    </p:spTree>
    <p:extLst>
      <p:ext uri="{BB962C8B-B14F-4D97-AF65-F5344CB8AC3E}">
        <p14:creationId xmlns:p14="http://schemas.microsoft.com/office/powerpoint/2010/main" val="4272516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EEB21-C86F-5517-98B3-B326D8DE8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Follows </a:t>
            </a:r>
          </a:p>
        </p:txBody>
      </p:sp>
      <p:pic>
        <p:nvPicPr>
          <p:cNvPr id="6" name="Picture Placeholder 5" descr="A screenshot of a graph&#10;&#10;AI-generated content may be incorrect.">
            <a:extLst>
              <a:ext uri="{FF2B5EF4-FFF2-40B4-BE49-F238E27FC236}">
                <a16:creationId xmlns:a16="http://schemas.microsoft.com/office/drawing/2014/main" id="{F4307689-D667-BEDC-6AB0-81AEC5364C3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7" r="1987"/>
          <a:stretch>
            <a:fillRect/>
          </a:stretch>
        </p:blipFill>
        <p:spPr/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69C2B3-E778-E7E1-E261-EF9FCD07B0E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Dynotech gained 492 new followers on its interactive pages. Directly from its posts. </a:t>
            </a:r>
          </a:p>
        </p:txBody>
      </p:sp>
    </p:spTree>
    <p:extLst>
      <p:ext uri="{BB962C8B-B14F-4D97-AF65-F5344CB8AC3E}">
        <p14:creationId xmlns:p14="http://schemas.microsoft.com/office/powerpoint/2010/main" val="843762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932D6-6CD0-8FEB-2C44-51D99A04D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 clicks </a:t>
            </a:r>
          </a:p>
        </p:txBody>
      </p:sp>
      <p:pic>
        <p:nvPicPr>
          <p:cNvPr id="6" name="Picture Placeholder 5" descr="A graph with blue lines and numbers&#10;&#10;AI-generated content may be incorrect.">
            <a:extLst>
              <a:ext uri="{FF2B5EF4-FFF2-40B4-BE49-F238E27FC236}">
                <a16:creationId xmlns:a16="http://schemas.microsoft.com/office/drawing/2014/main" id="{07848BA6-57B6-718F-79B6-2EC698F5CEA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7" r="1987"/>
          <a:stretch>
            <a:fillRect/>
          </a:stretch>
        </p:blipFill>
        <p:spPr/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354BFE-BF80-EF79-73F9-4E00E6AEBC1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Dynotech received 3000 link clicks to their website from their posts </a:t>
            </a:r>
          </a:p>
        </p:txBody>
      </p:sp>
    </p:spTree>
    <p:extLst>
      <p:ext uri="{BB962C8B-B14F-4D97-AF65-F5344CB8AC3E}">
        <p14:creationId xmlns:p14="http://schemas.microsoft.com/office/powerpoint/2010/main" val="119600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DB8F3-F540-D502-D3A9-D32D2D3C8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Contacts </a:t>
            </a:r>
          </a:p>
        </p:txBody>
      </p:sp>
      <p:pic>
        <p:nvPicPr>
          <p:cNvPr id="6" name="Picture Placeholder 5" descr="A graph with blue lines&#10;&#10;AI-generated content may be incorrect.">
            <a:extLst>
              <a:ext uri="{FF2B5EF4-FFF2-40B4-BE49-F238E27FC236}">
                <a16:creationId xmlns:a16="http://schemas.microsoft.com/office/drawing/2014/main" id="{BD38EEBC-9C04-F396-1245-FFC0694CB8E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78" r="17678"/>
          <a:stretch>
            <a:fillRect/>
          </a:stretch>
        </p:blipFill>
        <p:spPr/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F5EA31-6BD1-3CC0-6D0C-A1C0B7D119E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730 messages and contacts were received directly from Facebook in this period  </a:t>
            </a:r>
          </a:p>
          <a:p>
            <a:r>
              <a:rPr lang="en-US" dirty="0"/>
              <a:t>This excludes messages that came from website viewers </a:t>
            </a:r>
          </a:p>
        </p:txBody>
      </p:sp>
    </p:spTree>
    <p:extLst>
      <p:ext uri="{BB962C8B-B14F-4D97-AF65-F5344CB8AC3E}">
        <p14:creationId xmlns:p14="http://schemas.microsoft.com/office/powerpoint/2010/main" val="879324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59D38-4CE3-73E2-13ED-9368F4FDE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Placeholder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652AFCD1-A811-F848-66DD-8E432AA1D1F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50" b="16250"/>
          <a:stretch>
            <a:fillRect/>
          </a:stretch>
        </p:blipFill>
        <p:spPr/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5B474A-70A0-0493-D47C-8FF6AB75DB8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897219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AEF751E9BD78D42B559790596C77742" ma:contentTypeVersion="5" ma:contentTypeDescription="Create a new document." ma:contentTypeScope="" ma:versionID="e495d5e5edab5183cad68cf61426670b">
  <xsd:schema xmlns:xsd="http://www.w3.org/2001/XMLSchema" xmlns:xs="http://www.w3.org/2001/XMLSchema" xmlns:p="http://schemas.microsoft.com/office/2006/metadata/properties" xmlns:ns3="65b54a91-dce4-4658-a0f0-9fd3ec19d447" targetNamespace="http://schemas.microsoft.com/office/2006/metadata/properties" ma:root="true" ma:fieldsID="af5e1cdda50da4f35c704d6581b9213f" ns3:_="">
    <xsd:import namespace="65b54a91-dce4-4658-a0f0-9fd3ec19d44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DateTaken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b54a91-dce4-4658-a0f0-9fd3ec19d44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76F5AC2-1D09-44C2-8B29-C24573549D28}">
  <ds:schemaRefs>
    <ds:schemaRef ds:uri="http://purl.org/dc/terms/"/>
    <ds:schemaRef ds:uri="65b54a91-dce4-4658-a0f0-9fd3ec19d447"/>
    <ds:schemaRef ds:uri="http://purl.org/dc/dcmitype/"/>
    <ds:schemaRef ds:uri="http://purl.org/dc/elements/1.1/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3A4717A8-C11A-4BDA-8F25-FB4B34BE4BA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C14826D-907B-42B0-9ACA-3A12C92AEA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5b54a91-dce4-4658-a0f0-9fd3ec19d44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ca9a8b8c-3ea3-4799-a43e-5510398e7a3b}" enabled="0" method="" siteId="{ca9a8b8c-3ea3-4799-a43e-5510398e7a3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169</TotalTime>
  <Words>159</Words>
  <Application>Microsoft Office PowerPoint</Application>
  <PresentationFormat>Widescreen</PresentationFormat>
  <Paragraphs>15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Grandview Display</vt:lpstr>
      <vt:lpstr>DashVTI</vt:lpstr>
      <vt:lpstr>Dynotech Facebook Growth: Insights &amp; Impact</vt:lpstr>
      <vt:lpstr>Views </vt:lpstr>
      <vt:lpstr>Visits </vt:lpstr>
      <vt:lpstr>Follows </vt:lpstr>
      <vt:lpstr>Link clicks </vt:lpstr>
      <vt:lpstr>Contacts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calton Masvanhise</dc:creator>
  <cp:lastModifiedBy>calton Masvanhise</cp:lastModifiedBy>
  <cp:revision>2</cp:revision>
  <dcterms:created xsi:type="dcterms:W3CDTF">2025-04-03T19:20:50Z</dcterms:created>
  <dcterms:modified xsi:type="dcterms:W3CDTF">2025-04-07T12:14:06Z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0x0101000AEF751E9BD78D42B559790596C77742</vt:lpwstr>
  </property>
</Properties>
</file>